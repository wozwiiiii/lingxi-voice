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第一页标题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这是第一页的内容文本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第二页标题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这是第二页的内容文本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